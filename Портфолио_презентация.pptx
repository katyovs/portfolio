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5" r:id="rId8"/>
    <p:sldId id="261" r:id="rId9"/>
    <p:sldId id="262" r:id="rId10"/>
    <p:sldId id="266" r:id="rId11"/>
    <p:sldId id="268" r:id="rId12"/>
    <p:sldId id="267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C"/>
    <a:srgbClr val="C36161"/>
    <a:srgbClr val="ED8787"/>
    <a:srgbClr val="E6E6E6"/>
    <a:srgbClr val="FCB2B3"/>
    <a:srgbClr val="F1E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5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8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3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3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5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7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54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2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9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6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48247-8CA2-4D30-A17B-AD550BE0F4E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C039B-6686-4B73-8AEF-9D399D29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5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3128">
            <a:off x="6987692" y="-1241381"/>
            <a:ext cx="5187299" cy="12167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314" y="339634"/>
            <a:ext cx="1089442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 smtClean="0">
                <a:solidFill>
                  <a:srgbClr val="C36161"/>
                </a:solidFill>
                <a:latin typeface="Soledago" panose="02000506000000020004" pitchFamily="2" charset="0"/>
              </a:rPr>
              <a:t>Интернет-ресурс </a:t>
            </a:r>
          </a:p>
          <a:p>
            <a:pPr algn="ctr"/>
            <a:r>
              <a:rPr lang="ru-RU" sz="5400" dirty="0" smtClean="0">
                <a:solidFill>
                  <a:srgbClr val="C36161"/>
                </a:solidFill>
                <a:latin typeface="Soledago" panose="02000506000000020004" pitchFamily="2" charset="0"/>
              </a:rPr>
              <a:t>«Портфолио художника и дизайнера»</a:t>
            </a:r>
          </a:p>
          <a:p>
            <a:pPr algn="ctr"/>
            <a:r>
              <a:rPr lang="ru-RU" sz="2400" dirty="0" smtClean="0">
                <a:solidFill>
                  <a:srgbClr val="ED8787"/>
                </a:solidFill>
                <a:latin typeface="Century Gothic" panose="020B0502020202020204" pitchFamily="34" charset="0"/>
              </a:rPr>
              <a:t>Овсяник Екатерина</a:t>
            </a:r>
            <a:endParaRPr lang="en-US" sz="2400" dirty="0">
              <a:solidFill>
                <a:srgbClr val="ED8787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440" y="3154047"/>
            <a:ext cx="4876171" cy="365928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78474" flipH="1">
            <a:off x="366972" y="-1314752"/>
            <a:ext cx="3929813" cy="921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9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Цели проекта</a:t>
            </a:r>
            <a:endParaRPr lang="en-US" sz="54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Создать профессиональный сайт-портфолио для художника-дизайнера.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Реализовать удобную систему демонстрации работ и оформления заказов.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Обеспечить адаптивный и интуитивно понятный интерфейс.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Автоматизировать процессы взаимодействия с клиентами и управления контентом.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326" y="-326231"/>
            <a:ext cx="2923674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2240" y="-326231"/>
            <a:ext cx="2923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082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Функции проекта</a:t>
            </a:r>
            <a:endParaRPr lang="en-US" sz="54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ru-RU" sz="2400" b="1" dirty="0">
                <a:solidFill>
                  <a:srgbClr val="C36161"/>
                </a:solidFill>
                <a:latin typeface="Century Gothic" panose="020B0502020202020204" pitchFamily="34" charset="0"/>
              </a:rPr>
              <a:t>Для пользователей: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Просмотр галереи с фильтрацией по категориям.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Оформление заказа через форму с автоматическим расчётом стоимости.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Просмотр новостей, FAQ и контактной информации.</a:t>
            </a:r>
          </a:p>
          <a:p>
            <a:pPr marL="0"/>
            <a:endParaRPr lang="ru-RU" sz="2400" b="1" dirty="0">
              <a:solidFill>
                <a:srgbClr val="ED8787"/>
              </a:solidFill>
              <a:latin typeface="Century Gothic" panose="020B0502020202020204" pitchFamily="34" charset="0"/>
            </a:endParaRPr>
          </a:p>
          <a:p>
            <a:pPr marL="0"/>
            <a:endParaRPr lang="ru-RU" sz="2400" b="1" dirty="0">
              <a:solidFill>
                <a:srgbClr val="ED8787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C36161"/>
                </a:solidFill>
                <a:latin typeface="Century Gothic" panose="020B0502020202020204" pitchFamily="34" charset="0"/>
              </a:rPr>
              <a:t>Для администратора: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Управление работами, новостями и содержимым разделов сайта.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Просмотр полученных заявок.</a:t>
            </a:r>
          </a:p>
          <a:p>
            <a:pPr marL="0"/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Настройка дизайна сайта.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326" y="-326231"/>
            <a:ext cx="2923674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2240" y="-326231"/>
            <a:ext cx="2923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58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90562" y="-2155033"/>
            <a:ext cx="2923674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Диаграмма вариантов использования</a:t>
            </a:r>
            <a:endParaRPr lang="en-US" sz="48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600" y="1825625"/>
            <a:ext cx="4912800" cy="4351338"/>
          </a:xfrm>
        </p:spPr>
      </p:pic>
    </p:spTree>
    <p:extLst>
      <p:ext uri="{BB962C8B-B14F-4D97-AF65-F5344CB8AC3E}">
        <p14:creationId xmlns:p14="http://schemas.microsoft.com/office/powerpoint/2010/main" val="19814581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90562" y="-2155033"/>
            <a:ext cx="2923674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Диаграмма </a:t>
            </a:r>
            <a:r>
              <a:rPr lang="ru-RU" sz="4800" dirty="0" err="1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Ганта</a:t>
            </a:r>
            <a:endParaRPr lang="en-US" sz="48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086" y="1573723"/>
            <a:ext cx="9169827" cy="4806440"/>
          </a:xfrm>
        </p:spPr>
      </p:pic>
    </p:spTree>
    <p:extLst>
      <p:ext uri="{BB962C8B-B14F-4D97-AF65-F5344CB8AC3E}">
        <p14:creationId xmlns:p14="http://schemas.microsoft.com/office/powerpoint/2010/main" val="26679996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90562" y="-2155033"/>
            <a:ext cx="2923674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Структура сайта</a:t>
            </a:r>
            <a:endParaRPr lang="en-US" sz="48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310" y="1833215"/>
            <a:ext cx="8409049" cy="4157037"/>
          </a:xfrm>
        </p:spPr>
      </p:pic>
    </p:spTree>
    <p:extLst>
      <p:ext uri="{BB962C8B-B14F-4D97-AF65-F5344CB8AC3E}">
        <p14:creationId xmlns:p14="http://schemas.microsoft.com/office/powerpoint/2010/main" val="432347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90562" y="-2155033"/>
            <a:ext cx="2923674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Структура </a:t>
            </a:r>
            <a:r>
              <a:rPr lang="ru-RU" sz="4800" dirty="0" smtClean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сайта для админа</a:t>
            </a:r>
            <a:endParaRPr lang="en-US" sz="48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370" y="1825625"/>
            <a:ext cx="8585259" cy="4351338"/>
          </a:xfrm>
        </p:spPr>
      </p:pic>
    </p:spTree>
    <p:extLst>
      <p:ext uri="{BB962C8B-B14F-4D97-AF65-F5344CB8AC3E}">
        <p14:creationId xmlns:p14="http://schemas.microsoft.com/office/powerpoint/2010/main" val="23357723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90562" y="-2155033"/>
            <a:ext cx="2923674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Модель данных</a:t>
            </a:r>
            <a:endParaRPr lang="en-US" sz="48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59" y="1825625"/>
            <a:ext cx="6794882" cy="4351338"/>
          </a:xfrm>
        </p:spPr>
      </p:pic>
    </p:spTree>
    <p:extLst>
      <p:ext uri="{BB962C8B-B14F-4D97-AF65-F5344CB8AC3E}">
        <p14:creationId xmlns:p14="http://schemas.microsoft.com/office/powerpoint/2010/main" val="350008713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90562" y="-2155033"/>
            <a:ext cx="2923674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dirty="0" smtClean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Макеты страниц </a:t>
            </a:r>
            <a:r>
              <a:rPr lang="ru-RU" sz="48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сайта</a:t>
            </a:r>
            <a:endParaRPr lang="en-US" sz="48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17649" y="1513840"/>
            <a:ext cx="8956701" cy="502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133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16956">
            <a:off x="-170313" y="-11270"/>
            <a:ext cx="2923674" cy="685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326" y="-326231"/>
            <a:ext cx="2923674" cy="6858000"/>
          </a:xfrm>
          <a:prstGeom prst="rect">
            <a:avLst/>
          </a:prstGeom>
        </p:spPr>
      </p:pic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31" y="344796"/>
            <a:ext cx="5620370" cy="3505844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701" y="3129545"/>
            <a:ext cx="5899074" cy="340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27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16956">
            <a:off x="-170313" y="-11270"/>
            <a:ext cx="2923674" cy="685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326" y="-326231"/>
            <a:ext cx="2923674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323" y="0"/>
            <a:ext cx="5517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531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16956">
            <a:off x="-170313" y="-11270"/>
            <a:ext cx="2923674" cy="685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326" y="-326231"/>
            <a:ext cx="2923674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10" y="539037"/>
            <a:ext cx="10058400" cy="57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979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solidFill>
                  <a:srgbClr val="C36161"/>
                </a:solidFill>
                <a:latin typeface="Soledago" panose="02000506000000020004" pitchFamily="2" charset="0"/>
                <a:ea typeface="+mn-ea"/>
                <a:cs typeface="+mn-cs"/>
              </a:rPr>
              <a:t>Заключение</a:t>
            </a:r>
            <a:endParaRPr lang="en-US" sz="5400" dirty="0">
              <a:solidFill>
                <a:srgbClr val="C36161"/>
              </a:solidFill>
              <a:latin typeface="Soledago" panose="02000506000000020004" pitchFamily="2" charset="0"/>
              <a:ea typeface="+mn-ea"/>
              <a:cs typeface="+mn-c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Проект успешно завершён: создан функциональный и адаптивный сайт-портфолио </a:t>
            </a:r>
            <a:r>
              <a:rPr lang="ru-RU" sz="2400" b="1" dirty="0" smtClean="0">
                <a:solidFill>
                  <a:srgbClr val="ED8787"/>
                </a:solidFill>
                <a:latin typeface="Century Gothic" panose="020B0502020202020204" pitchFamily="34" charset="0"/>
              </a:rPr>
              <a:t>с </a:t>
            </a:r>
            <a:r>
              <a:rPr lang="ru-RU" sz="2400" b="1" dirty="0">
                <a:solidFill>
                  <a:srgbClr val="ED8787"/>
                </a:solidFill>
                <a:latin typeface="Century Gothic" panose="020B0502020202020204" pitchFamily="34" charset="0"/>
              </a:rPr>
              <a:t>интерактивной галереей, системой заказов и управлением контентом. Все цели достигнуты, сайт готов к </a:t>
            </a:r>
            <a:r>
              <a:rPr lang="ru-RU" sz="2400" b="1" dirty="0" smtClean="0">
                <a:solidFill>
                  <a:srgbClr val="ED8787"/>
                </a:solidFill>
                <a:latin typeface="Century Gothic" panose="020B0502020202020204" pitchFamily="34" charset="0"/>
              </a:rPr>
              <a:t>использованию.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157" y="2714896"/>
            <a:ext cx="4311685" cy="431168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326" y="-326231"/>
            <a:ext cx="2923674" cy="6858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2240" y="-326231"/>
            <a:ext cx="2923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365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136</Words>
  <Application>Microsoft Office PowerPoint</Application>
  <PresentationFormat>Широкоэкранный</PresentationFormat>
  <Paragraphs>27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Soledago</vt:lpstr>
      <vt:lpstr>Тема Office</vt:lpstr>
      <vt:lpstr>Презентация PowerPoint</vt:lpstr>
      <vt:lpstr>Цели проекта</vt:lpstr>
      <vt:lpstr>Функции проекта</vt:lpstr>
      <vt:lpstr>Диаграмма вариантов использования</vt:lpstr>
      <vt:lpstr>Диаграмма Ганта</vt:lpstr>
      <vt:lpstr>Структура сайта</vt:lpstr>
      <vt:lpstr>Структура сайта для админа</vt:lpstr>
      <vt:lpstr>Модель данных</vt:lpstr>
      <vt:lpstr>Макеты страниц сайта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EKATERINA</dc:creator>
  <cp:lastModifiedBy>EKATERINA</cp:lastModifiedBy>
  <cp:revision>11</cp:revision>
  <dcterms:created xsi:type="dcterms:W3CDTF">2025-12-04T06:50:53Z</dcterms:created>
  <dcterms:modified xsi:type="dcterms:W3CDTF">2025-12-04T10:32:51Z</dcterms:modified>
</cp:coreProperties>
</file>